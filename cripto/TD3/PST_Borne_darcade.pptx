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3a9df4ba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3a9df4ba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13a9df4ba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13a9df4ba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44563"/>
            <a:ext cx="9144001" cy="34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614925" y="3278275"/>
            <a:ext cx="667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de MAYANS Tom, JOUVANCEAU Damien, BOUVIER D’ACHER Victor, RODRIGUEZ Geoffroy, MURUGHATAS Subaharish et FEDDAG Sofiane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matériaux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50" y="1060389"/>
            <a:ext cx="9144003" cy="378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003" y="0"/>
            <a:ext cx="364799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
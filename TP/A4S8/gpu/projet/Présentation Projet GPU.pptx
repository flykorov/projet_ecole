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3a5384aa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3a5384aa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3a5384aaa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3a5384aaa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3a5384aa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3a5384aa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3a5384aa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3a5384aa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3a5384aa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3a5384aa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3a5384aa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3a5384aa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Programmation GPU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373775"/>
            <a:ext cx="3470700" cy="10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Damien JOUVANCEAU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Aymeric DESEURE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BOUVIER d’ACHER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					Classe 42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But du projet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52550" y="14370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Utilisation du GPU pour accélérer un algorithme.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Conversion d'une chaîne de caractères en hash avec l'algorithme SHA256.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Comparaison entre deux hashs pour retrouver la chaîne de caractères initiale.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2557500" y="1847200"/>
            <a:ext cx="4029000" cy="16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/>
              <a:t>SHA256</a:t>
            </a:r>
            <a:endParaRPr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Implémentation</a:t>
            </a:r>
            <a:r>
              <a:rPr lang="fr"/>
              <a:t> du code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Stockage de 1024 chaînes de caractères pour le parallélisme.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Conversion en hash des 1024 chaînes en parallèle avec CUDA.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Comparaison du résultat de chacun des hash avec le hash du mot de passe caché.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Comparaison des performances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138" y="1567850"/>
            <a:ext cx="6436125" cy="20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619125" y="3765375"/>
            <a:ext cx="573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Lato"/>
              <a:buChar char="-"/>
            </a:pPr>
            <a:r>
              <a:rPr lang="fr" sz="2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GPU 14x plus rapide que le CPU</a:t>
            </a:r>
            <a:endParaRPr sz="2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Optimisation future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Paralléliser</a:t>
            </a:r>
            <a:r>
              <a:rPr lang="fr"/>
              <a:t> les opérations du SHA256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094175" y="211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DES </a:t>
            </a:r>
            <a:r>
              <a:rPr lang="fr" sz="3200"/>
              <a:t>QUESTIONS ?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